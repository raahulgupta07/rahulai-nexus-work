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CHOICE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will run on an AI layer. Own it — or rent it.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and decision is being routed through AI. The only strategic question left is who controls that layer — a vendor, or 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48072" cy="3246120"/>
          </a:xfrm>
          <a:prstGeom prst="roundRect">
            <a:avLst>
              <a:gd name="adj" fmla="val 2254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48840" y="2304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vendor's assistant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834640"/>
            <a:ext cx="4599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one vendor's model and roadmap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cost that grows with headcount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one product's data — a single silo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cloud, their governance, their limits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line that never becomes an asset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148072" cy="3246120"/>
          </a:xfrm>
          <a:prstGeom prst="roundRect">
            <a:avLst>
              <a:gd name="adj" fmla="val 2254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52360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5392" y="2834640"/>
            <a:ext cx="4599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model, swappable — never held hostage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cost — unit economics improve at scale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 across every system and company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infrastructure, your governance, your rules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compounding asset that is yours to keep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468112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13233B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5468112"/>
            <a:ext cx="10543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· JPMorgan · Uber · Morgan Stanley · Klarna  </a:t>
            </a:r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one of them chose to build and own the layer.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OWNING WINS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Owning the layer compounds. Renting one doesn't.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resets every year. An owned layer turns every use into a durable advantage. Four ways it builds a moat: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48072" cy="1810512"/>
          </a:xfrm>
          <a:prstGeom prst="roundRect">
            <a:avLst>
              <a:gd name="adj" fmla="val 404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58568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10512" y="2276856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held hostage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 and vendor-agnostic. If a model degrades or prices jump, we switch in a day — no re-platforming, no lost leverage.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148072" cy="1810512"/>
          </a:xfrm>
          <a:prstGeom prst="roundRect">
            <a:avLst>
              <a:gd name="adj" fmla="val 404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58568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05472" y="2276856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no rival has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89864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 across every company and tenant. Cross-tenant unification is a structural edge single-product tools can't copy.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995928"/>
            <a:ext cx="5148072" cy="1810512"/>
          </a:xfrm>
          <a:prstGeom prst="roundRect">
            <a:avLst>
              <a:gd name="adj" fmla="val 404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4288536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10512" y="4306824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compounds into a moat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4928616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metric, definition and skill we encode is ours and makes it smarter — an asset that widens, not a bill that renews.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995928"/>
            <a:ext cx="5148072" cy="1810512"/>
          </a:xfrm>
          <a:prstGeom prst="roundRect">
            <a:avLst>
              <a:gd name="adj" fmla="val 404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01600" dist="38100" dir="5400000">
              <a:srgbClr val="9AA7B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288536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306824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improve at scale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0" y="4928616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infrastructure + usage, not per-seat. More adoption lowers unit cost instead of raising the invoice.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stays trustworthy:  </a:t>
            </a:r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verified against the data, on infrastructure we control.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TRAJECTORY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We've already started building the advantage.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in production today, and on a path where every step widens the lead.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2951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NOW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3856" y="3337560"/>
            <a:ext cx="2852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production, self-hosted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+ Power BI, cross-tenant across two group companies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Verified-numbers trust gate operating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2,500+ automated tests green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35424" y="2057400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9744" y="22951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09744" y="2880360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TODAY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2852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across the group no single tool has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vendor lock-in — swap models at will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governance stay in-house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work: dashboards, decks, reports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7888" y="2057400"/>
            <a:ext cx="3401568" cy="3383280"/>
          </a:xfrm>
          <a:prstGeom prst="roundRect">
            <a:avLst>
              <a:gd name="adj" fmla="val 216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22208" y="22951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22208" y="2880360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58784" y="3337560"/>
            <a:ext cx="2852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every team — each encodes its own metrics &amp; rules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connectors + scheduled, automated intelligence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becomes the group's operating brain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compounding asset, owned by 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team we onboard and every definition we add widens the moat — and it is ours to keep.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2026-07-28T02:20:49Z</dcterms:created>
  <dcterms:modified xsi:type="dcterms:W3CDTF">2026-07-28T02:20:49Z</dcterms:modified>
</cp:coreProperties>
</file>