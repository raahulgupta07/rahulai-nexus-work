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85800"/>
            <a:ext cx="292608" cy="29260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685800"/>
            <a:ext cx="292608" cy="2926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85800"/>
            <a:ext cx="292608" cy="29260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1234440"/>
            <a:ext cx="292608" cy="2926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234440"/>
            <a:ext cx="292608" cy="29260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THE BIGGEST COMPANIES FOLLOW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winners don't just </a:t>
            </a:r>
            <a:pPr indent="0" marL="0">
              <a:lnSpc>
                <a:spcPct val="102000"/>
              </a:lnSpc>
              <a:buNone/>
            </a:pPr>
            <a:r>
              <a:rPr lang="en-US" sz="4600" b="1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AI.
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their own layer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top of their systems.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keep the systems they already have — warehouses, BI, databases — and put a single, private, model-agnostic intelligence layer over everything. On their own terms, owned by them.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serious player owns its own AI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22860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5568" y="2788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324612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model-agnostic AI layer across all its data and clouds — deliberately built to avoid vendor lock-in.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44074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15568" y="48646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 day · 1.5M associates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35424" y="201168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22860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JPMorgan Chase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28032" y="2788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324612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secure AI layer over the bank's own systems — its internal alternative to off-the-shelf chatbots.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44074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28032" y="48646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on one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47888" y="201168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0496" y="22860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40496" y="2788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Gateway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0496" y="324612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layer over every model — OpenAI, Google, self-hosted — with cost and privacy guardrails built 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0496" y="4407408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40496" y="48646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 across the business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53212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5532120"/>
            <a:ext cx="9811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underneath stay swappable —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Google · Anthropic · Microsoft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The layer is what they own.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CityAgent Insights </a:t>
            </a:r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that layer — for us.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41448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3865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private layer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8254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on infrastructure we own — our data never leaves our control.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82512" y="214884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2441448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656832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42632" y="23865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42632" y="28254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LLM, swappable any time, with automatic fallback — no lock-in, exactly like Walmart's Element.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29768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42428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system &amp; tenant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46817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intelligence layer over all our warehouses, BI, databases and companies at once.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82512" y="400507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429768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42632" y="42428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finished work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42632" y="46817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dashboards, decks and reports — not just a chat box that answers and forgets.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playbook as Walmart, JPMorgan and Uber — built for our business, owned by us.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2026-07-28T02:01:33Z</dcterms:created>
  <dcterms:modified xsi:type="dcterms:W3CDTF">2026-07-28T02:01:33Z</dcterms:modified>
</cp:coreProperties>
</file>