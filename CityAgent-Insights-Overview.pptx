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3" name="Shape 1"/>
          <p:cNvSpPr/>
          <p:nvPr/>
        </p:nvSpPr>
        <p:spPr>
          <a:xfrm>
            <a:off x="10259568" y="64008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0826496" y="640080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207008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10259568" y="1207008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AI ANALYTICS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CityAgent Insights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layer for your data — an AI analyst that sits over your entire business, across every tenant, source and tool, and turns a plain-English question into a finished, verified deliverable.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·  What it does  ·  Why it's different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analyst over your whole data estate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766560" cy="4160520"/>
          </a:xfrm>
          <a:prstGeom prst="roundRect">
            <a:avLst>
              <a:gd name="adj" fmla="val 1978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86000"/>
            <a:ext cx="6172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CityAgent Insights</a:t>
            </a:r>
            <a:endParaRPr lang="en-US" sz="20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self-hosted AI analyst that connects to every warehouse, BI tool, database and spreadsheet you have — even across separate company tenants — and lets anyone ask a question in plain English.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just answer. 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the dashboard, writes the report, generates the deck — and checks every number before you see it.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18120" y="19659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2440" y="2276856"/>
            <a:ext cx="603504" cy="603504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22768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1540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1540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 from anyone on the team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0" y="342900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92440" y="3739896"/>
            <a:ext cx="603504" cy="603504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37398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154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1540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right source, writes &amp; runs the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48920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5202936"/>
            <a:ext cx="603504" cy="603504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5202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1540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15400" y="5440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dashboard, deck, report or export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is scattered — and the tools stay in their lane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322576"/>
            <a:ext cx="457200" cy="457200"/>
          </a:xfrm>
          <a:prstGeom prst="ellipse">
            <a:avLst/>
          </a:prstGeom>
          <a:solidFill>
            <a:srgbClr val="B4771F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2677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670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live in Fabric, Power BI, SQL databases, and spreadsheets — often across different company tenants.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93408" y="2322576"/>
            <a:ext cx="457200" cy="457200"/>
          </a:xfrm>
          <a:prstGeom prst="ellipse">
            <a:avLst/>
          </a:prstGeom>
          <a:solidFill>
            <a:srgbClr val="B4771F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2677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Locked-in tools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6700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answers inside Power BI; Fabric's agent inside Fabric. Neither sees the whole picture.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5568" y="4379976"/>
            <a:ext cx="457200" cy="457200"/>
          </a:xfrm>
          <a:prstGeom prst="ellipse">
            <a:avLst/>
          </a:prstGeom>
          <a:solidFill>
            <a:srgbClr val="B4771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4325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stuck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7274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an answer means waiting on an analyst or wrestling a semantic model.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4069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3408" y="4379976"/>
            <a:ext cx="457200" cy="457200"/>
          </a:xfrm>
          <a:prstGeom prst="ellipse">
            <a:avLst/>
          </a:prstGeom>
          <a:solidFill>
            <a:srgbClr val="B4771F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325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you can't trust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7274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AI-on-data confidently returns wrong numbers — the fastest way to lose trust.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CATEGORY OF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data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“databot”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one question with a chart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the moment you close the tab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your definitions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back a number to screenshot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2011680"/>
            <a:ext cx="5029200" cy="4023360"/>
          </a:xfrm>
          <a:prstGeom prst="roundRect">
            <a:avLst>
              <a:gd name="adj" fmla="val 204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CityAgent Insights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88036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finished work — dashboards, decks, reports, exports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how you work — metric dictionaries, definitions, skills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data and suggests the questions worth asking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real analysis code, on the server or your own laptop</a:t>
            </a:r>
            <a:endParaRPr lang="en-US" sz="1450" dirty="0"/>
          </a:p>
          <a:p>
            <a:pPr marL="342900" indent="-342900">
              <a:lnSpc>
                <a:spcPct val="103000"/>
              </a:lnSpc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multi-user platform with roles, permissions &amp; identity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an AI analyst — and the platform it works in — than a chatbot over your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 that conducts across five things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32257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Fabric, Power BI, Postgres, ClickHouse, MongoDB, Snowflake, Tableau, DuckDB &amp; raw CSV / Excel — in one conversation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81144" y="201168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55464" y="2286000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41264" y="232257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&amp; identity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55464" y="2926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workspaces across separate company tenants; each user signs in as themselves, so security is honoured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39328" y="201168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13648" y="228600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1364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99448" y="232257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13648" y="2926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any LLM — GPT, Claude, Grok — with automatic fallback if one is down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5358384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83080" y="442569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983480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analysis on the server, or on the user's own laptop so sensitive data never leaves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114800"/>
            <a:ext cx="5358384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438912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6640" y="442569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06640" y="4983480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one question into a verified dashboard, PowerPoint deck, Word doc, PDF or CSV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in — a finished deliverable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121408" cy="2743200"/>
          </a:xfrm>
          <a:prstGeom prst="roundRect">
            <a:avLst>
              <a:gd name="adj" fmla="val 3879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374904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with a grounded insight panel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18104" y="2286000"/>
            <a:ext cx="2121408" cy="2743200"/>
          </a:xfrm>
          <a:prstGeom prst="roundRect">
            <a:avLst>
              <a:gd name="adj" fmla="val 3879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00984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decks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300984" y="374904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Ready-to-present PowerPoint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13248" y="2286000"/>
            <a:ext cx="2121408" cy="2743200"/>
          </a:xfrm>
          <a:prstGeom prst="roundRect">
            <a:avLst>
              <a:gd name="adj" fmla="val 3879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96128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596128" y="374904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Word documents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08392" y="2286000"/>
            <a:ext cx="2121408" cy="2743200"/>
          </a:xfrm>
          <a:prstGeom prst="roundRect">
            <a:avLst>
              <a:gd name="adj" fmla="val 3879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91272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91272" y="374904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Share-ready exports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03536" y="2286000"/>
            <a:ext cx="2121408" cy="2743200"/>
          </a:xfrm>
          <a:prstGeom prst="roundRect">
            <a:avLst>
              <a:gd name="adj" fmla="val 3879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86416" y="27432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exports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186416" y="374904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 files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deliverable is built from data the agent has actually queried — not a guess.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checked before you see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538728" cy="2468880"/>
          </a:xfrm>
          <a:prstGeom prst="roundRect">
            <a:avLst>
              <a:gd name="adj" fmla="val 333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560320"/>
            <a:ext cx="566928" cy="5669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633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32918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an insight is verified against the underlying data — and dropped if it doesn't reconcile.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35424" y="2286000"/>
            <a:ext cx="3538728" cy="2468880"/>
          </a:xfrm>
          <a:prstGeom prst="roundRect">
            <a:avLst>
              <a:gd name="adj" fmla="val 333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9744" y="2560320"/>
            <a:ext cx="566928" cy="5669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95544" y="2633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28032" y="32918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refused if the data behind them was silently cut off, so totals are never understated.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47888" y="2286000"/>
            <a:ext cx="3538728" cy="2468880"/>
          </a:xfrm>
          <a:prstGeom prst="roundRect">
            <a:avLst>
              <a:gd name="adj" fmla="val 333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2560320"/>
            <a:ext cx="566928" cy="5669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08008" y="2633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0496" y="32918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analysis code is compiled before it's stored — broken visuals never reach the user.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 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that silently reported </a:t>
            </a:r>
            <a:pPr algn="l" indent="0" marL="0">
              <a:buNone/>
            </a:pPr>
            <a:r>
              <a:rPr lang="en-US" sz="1500" b="1" dirty="0">
                <a:solidFill>
                  <a:srgbClr val="B47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56.4B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caught and corrected to the true </a:t>
            </a:r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98.9B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MICROSOFT COPILOT &amp; FABRIC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in-product assistant can't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258568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multiple tenants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83080" y="27157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&amp; Fabric Data Agent must stay in one tenant, one account. CityAgent merges data across separate companies.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93408" y="2258568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source, not one model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60920" y="27157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Power BI semantic model or Fabric items — SQL warehouses and raw uploads too.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5568" y="43891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4352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 stay on-device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83080" y="48463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Runtime analyses local files in place; Copilot is cloud-only by design.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3408" y="43891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60920" y="4352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LLM, and you own it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60920" y="48463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no per-seat Microsoft tax, your choice of model — no F64 capacity or Copilot add-on.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Microsoft wins — native depth, managed hosting, enterprise SLA — CityAgent can run as the layer above Copilot, not only instead of it.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gets the most from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0604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 groups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78992" y="42519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companies or tenants that need one view across all of them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75888" y="228600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50208" y="2606040"/>
            <a:ext cx="566928" cy="56692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1" name="Text 9"/>
          <p:cNvSpPr/>
          <p:nvPr/>
        </p:nvSpPr>
        <p:spPr>
          <a:xfrm>
            <a:off x="395020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 estates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931920" y="42519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+ Power BI + databases + spreadsheets that don't talk to each other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28816" y="228600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03136" y="2606040"/>
            <a:ext cx="566928" cy="56692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84848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teams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84848" y="42519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AI analytics without Fabric capacity and per-seat licensing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81744" y="228600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14300" dist="381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56064" y="2606040"/>
            <a:ext cx="566928" cy="566928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21" name="Text 19"/>
          <p:cNvSpPr/>
          <p:nvPr/>
        </p:nvSpPr>
        <p:spPr>
          <a:xfrm>
            <a:off x="965606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37776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Spreadsheet-first users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37776" y="42519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people who live in Excel, not semantic models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28016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280160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is a feature inside Power BI.
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CityAgent Insights is the AI analyst over your whole business</a:t>
            </a:r>
            <a:pPr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every tenant, source, model and file, turning one question into a finished, verified deliverable, on infrastructure you own.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CityAgent Insights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2026-07-28T01:42:01Z</dcterms:created>
  <dcterms:modified xsi:type="dcterms:W3CDTF">2026-07-28T01:42:01Z</dcterms:modified>
</cp:coreProperties>
</file>